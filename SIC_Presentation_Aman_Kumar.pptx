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Physics-Informed LiquidGAN for Zero-Shot Cross-Domain Thermal Image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Aman Kumar (122CS0019)</a:t>
            </a:r>
          </a:p>
          <a:p/>
          <a:p>
            <a:r>
              <a:t>Under the Guidance of Dr. N. Srinivas Naik</a:t>
            </a:r>
          </a:p>
          <a:p/>
          <a:p>
            <a:r>
              <a:t>Prepared for Samsung Innovation Campus (SIC)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Limitations in Thermal Image Synthesis:</a:t>
            </a:r>
          </a:p>
          <a:p>
            <a:pPr lvl="1"/>
            <a:r>
              <a:t>• Extreme data scarcity in annotated thermal datasets.</a:t>
            </a:r>
          </a:p>
          <a:p>
            <a:pPr lvl="1"/>
            <a:r>
              <a:t>• Conventional GANs treat thermal maps as arbitrary grayscale images.</a:t>
            </a:r>
          </a:p>
          <a:p>
            <a:pPr lvl="1"/>
            <a:r>
              <a:t>• Standard models ignore fundamental thermodynamic laws (Heat Diffusion).</a:t>
            </a:r>
          </a:p>
          <a:p>
            <a:pPr lvl="1"/>
            <a:r>
              <a:t>• Catastrophic mode collapse and spatial degradation in LiquidGAN.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 Contributions (PC-LiquidGAN)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Key Architectural Innovations:</a:t>
            </a:r>
          </a:p>
          <a:p>
            <a:pPr lvl="1"/>
            <a:r>
              <a:t>1. Physics-Constrained Loss: Enforces steady-state heat diffusion (∂T/∂t = α∇²T) and energy conservation.</a:t>
            </a:r>
          </a:p>
          <a:p>
            <a:pPr lvl="1"/>
            <a:r>
              <a:t>2. Adaptive ODE Solver (dopri5): Dynamically allocates compute based on thermal gradient complexity (+3.5% SSIM).</a:t>
            </a:r>
          </a:p>
          <a:p>
            <a:pPr lvl="1"/>
            <a:r>
              <a:t>3. FFT Spectral Loss: Forces generated outputs to obey physical low-frequency dominance in the Fourier spectrum.</a:t>
            </a:r>
          </a:p>
          <a:p>
            <a:pPr lvl="1"/>
            <a:r>
              <a:t>4. ODE-UNet Generator: Replaced traditional bottleneck latent spaces with spatial ConvODE skip-connections, completely solving mode collapse.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Results (ODE-UNet)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Across 5 Distinct Cross-Disciplinary Domains:</a:t>
            </a:r>
          </a:p>
          <a:p>
            <a:pPr lvl="1"/>
            <a:r>
              <a:t>• CBSR (Biometric / NIR Face): 0.9976 SSIM | 52.23 dB PSNR</a:t>
            </a:r>
          </a:p>
          <a:p>
            <a:pPr lvl="1"/>
            <a:r>
              <a:t>• Agriculture (Chilli Pepper): 0.9947 SSIM | 50.84 dB PSNR</a:t>
            </a:r>
          </a:p>
          <a:p>
            <a:pPr lvl="1"/>
            <a:r>
              <a:t>• Agriculture (Tomato Leaf): 0.9945 SSIM | 50.30 dB PSNR</a:t>
            </a:r>
          </a:p>
          <a:p>
            <a:pPr lvl="1"/>
            <a:r>
              <a:t>• Medical (Knee X-Ray IR): 0.9631 SSIM | 41.22 dB PSNR</a:t>
            </a:r>
          </a:p>
          <a:p>
            <a:pPr lvl="1"/>
            <a:r>
              <a:t>• KAIST (Surveillance): 0.9351 SSIM | 37.87 dB PSNR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Zero-Shot Generalization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Zero-Shot Generalization Test:</a:t>
            </a:r>
          </a:p>
          <a:p>
            <a:pPr lvl="1"/>
            <a:r>
              <a:t>• The model trained EXCLUSIVELY on Chilli leaves successfully synthesized Tomato leaf thermal maps with ~0.47 SSIM.</a:t>
            </a:r>
          </a:p>
          <a:p>
            <a:pPr lvl="1"/>
            <a:r>
              <a:t>• Proves the Neural ODE is learning true thermodynamic diffusion paths, not just overfitting source textures.</a:t>
            </a:r>
          </a:p>
          <a:p>
            <a:br/>
            <a:pPr/>
            <a:r>
              <a:t>Interactive Gradio Dashboard:</a:t>
            </a:r>
          </a:p>
          <a:p>
            <a:pPr lvl="1"/>
            <a:r>
              <a:t>• A fully live dashboard was built to allow real-time RGB-to-Thermal synthesis across all 5 models for the defense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